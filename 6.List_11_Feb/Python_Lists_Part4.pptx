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Comparison &amp; Built-in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Essential List Functions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Comparison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compare two lists by comparing their content. Python compares lists element by element from left to right.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Comparison Works: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first elements of both lists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equal, moves to second elements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until finding unequal elements or reaching the 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comparison result based on first difference found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Process: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3, 4]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017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54480" y="489204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50017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94560" y="4892040"/>
            <a:ext cx="54864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50017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489204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50017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577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5]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89788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007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54480" y="589788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6007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94560" y="5897880"/>
            <a:ext cx="54864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6007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stops at index 2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3 &lt; 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 &lt; b → True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Comparison Operators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comparison operators to compare two lists item by item and element-wise. This comparison performs element-by-element matching.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Examples: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Equal Lists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3, 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5]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 b)                # True (3 &lt; 5 at index 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Different Lengths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3, 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 b)                # True (a is shorter)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786384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Equality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3, 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3, 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b)               # True (identical)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Comparison Operators: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2316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617220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6236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for Empty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'not' operator can be used to check whether a list is empty or not. An empty list evaluates to False in boolean context.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my_list: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21031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shopping_list = []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shopping_list: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print("List is empty")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print("List is not empty")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List is empty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Understanding: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577840"/>
            <a:ext cx="2743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715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6263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→ True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5577840"/>
            <a:ext cx="2743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715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[1, 2]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6263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→ False 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on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provides several built-in functions that work with lists. These functions help perform common operations efficiently.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Built-in Functions: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count of items in the 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len([1,2,3]) →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largest item in the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max([10,20,30]) → 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smallest item in the 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min([10,20,30]) → 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sum of all items in the list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sum([10,20,30]) → 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80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any item is True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any([0,0,1]) → True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29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all items are True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all([1,1,0]) → False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78638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sorted list in ascending order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5577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sorted([3,1,2]) → [1,2,3]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6126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reversed()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94560" y="6126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reversed list (iterator)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6126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list(reversed([1,2,3])) → [3,2,1]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len() function returns the count of items (elements) in the list. It helps determine how many elements a list contains.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len(list_name)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383280"/>
            <a:ext cx="82296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3383280"/>
            <a:ext cx="82296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3383280"/>
            <a:ext cx="82296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3383280"/>
            <a:ext cx="82296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3383280"/>
            <a:ext cx="82296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114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len(numbers) → 5 items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78638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74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print(len(numbers))          #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print(len(empty))            # 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[1, 'hello', True, 3.14]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print(len(mixed))            # 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max() and min() Functions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- Largest Item: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item in the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 = max(numbers)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print(largest)               #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print(max(numbers))          #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82296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4015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3291840"/>
            <a:ext cx="82296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34015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82296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4015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840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- Smallest Item: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item in the 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 = min(numbers)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print(smallest)              #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print(min(numbers))          # 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6492240"/>
            <a:ext cx="82296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66019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6217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6492240"/>
            <a:ext cx="82296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66019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6492240"/>
            <a:ext cx="82296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66019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sum() function returns the sum of all items in the list. It adds all numeric elements together and returns the total.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sum(list_name)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Addition Process: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3172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0" y="33832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0" y="33832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3520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3383280"/>
            <a:ext cx="1097280" cy="54864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7863840" cy="23774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sum(numbers)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               # 60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[100, 200, 300]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print(sum(prices))           # 600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Empty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print(sum(empty))            #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2026-02-11T08:37:24Z</dcterms:created>
  <dcterms:modified xsi:type="dcterms:W3CDTF">2026-02-11T08:37:24Z</dcterms:modified>
</cp:coreProperties>
</file>