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Lists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Slicing, Looping &amp; Basic Operations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List Manipulation Techniques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 Slicing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slicing allows you to extract a subset (sublist) of a list. You can slice a list to create a new list containing selected elements.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7863840" cy="54864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317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list_name[start:end]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list from index 'start' up to (but not including) 'end'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List: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35204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45920" y="3840480"/>
            <a:ext cx="914400" cy="5486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3977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0" y="35204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0" y="3840480"/>
            <a:ext cx="914400" cy="5486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3977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40480" y="35204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40480" y="3840480"/>
            <a:ext cx="914400" cy="5486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3977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37760" y="35204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3840480"/>
            <a:ext cx="914400" cy="5486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977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35040" y="35204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0" y="3840480"/>
            <a:ext cx="914400" cy="54864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3977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45920" y="45720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[10, 20, 30, 40, 50]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029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Examples: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" y="54406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data[0:2]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651760" y="54406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017520" y="5440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 20]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0" y="54406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 elements (index 0, 1)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14400" y="58064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data[1:4]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651760" y="58064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017520" y="5806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[20, 30, 40]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29200" y="58064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1 through 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4400" y="61722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data[2:5]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651760" y="61722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017520" y="61722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[30, 40, 50]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29200" y="61722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2 through 4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Slicing Techniques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Slice from Beginning: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786384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[10, 20, 30, 40, 50]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print(data[0:3])    # [10, 20, 30]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print(data[:3])     # [10, 20, 30]  ← Omit 0 for beginning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Slice to End: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786384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06324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[10, 20, 30, 40, 50]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print(data[2:5])    # [30, 40, 50]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print(data[2:])     # [30, 40, 50]  ← Omit end for rest of list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Copy Entire List: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4343400"/>
            <a:ext cx="786384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48056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[10, 20, 30, 40, 50]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print(data[0:5])    # [10, 20, 30, 40, 50]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print(data[:])      # [10, 20, 30, 40, 50]  ← Copy all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5394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Shortcuts: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5806440"/>
            <a:ext cx="786384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852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list[:n]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5852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 elements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5852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data[:3]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6126480"/>
            <a:ext cx="78638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61722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list[n:]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26080" y="6172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index n to end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0" y="6172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data[2:]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6446520"/>
            <a:ext cx="786384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6492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list[:]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26080" y="6492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list (copy)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0" y="64922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data[:]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Looping Through Lists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process each element of a list individually, we use loops. Python provides two main ways to iterate through lists: while loops and for loops.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Approaches to Loop Through Lists: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4023360" cy="4389120"/>
          </a:xfrm>
          <a:prstGeom prst="rect">
            <a:avLst/>
          </a:prstGeom>
          <a:solidFill>
            <a:srgbClr val="F5F5F5"/>
          </a:solidFill>
          <a:ln w="381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33172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While Loop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index to iterate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4290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 = [10, 20, 30]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=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(index &lt; len(numbers)):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print(numbers[index])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index = index + 1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663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9377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5852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Manual index management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More control over iteration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194560"/>
            <a:ext cx="4023360" cy="4389120"/>
          </a:xfrm>
          <a:prstGeom prst="rect">
            <a:avLst/>
          </a:prstGeom>
          <a:solidFill>
            <a:srgbClr val="F5F5F5"/>
          </a:solidFill>
          <a:ln w="38100">
            <a:solidFill>
              <a:srgbClr val="2129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2331720"/>
            <a:ext cx="365760" cy="36576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525780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Loop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46320" y="2788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element access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3154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4290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 = [10, 20, 30]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item in numbers: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print(item)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4663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49377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57607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Simpler syntax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index needed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Preferred method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enumerate() Function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need both the index and the element value while looping, use the enumerate() function instead of manually tracking the index.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7863840" cy="45720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index, element in enumerate(list_name):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7863840" cy="219456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718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Example: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 = ['apple', 'banana', 'cherry']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index, item in enumerate(fruits):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print("index:", index, "item:", item)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34340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6177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index: 0  item: apple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index: 1  item: banana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index: 2  item: cherry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5303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enumerate():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5715000"/>
            <a:ext cx="228600" cy="228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56692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both index and element in one step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6035040"/>
            <a:ext cx="228600" cy="228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59893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code than manual index tracking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6355080"/>
            <a:ext cx="228600" cy="228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63093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use len() or increment counters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6675120"/>
            <a:ext cx="228600" cy="228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66294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Pythonic way to access index during iteration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 Mutability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are mutable, meaning they can be modified after creation. Once we create a list, we can change, add, or remove elements.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Modifying Elements: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7863840" cy="164592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8600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 = [1, 2, 3]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print(numbers)           # [1, 2, 3]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numbers[0] = 10          # Change first element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print(numbers)           # [10, 2, 3]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Representation: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4348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4754880"/>
            <a:ext cx="64008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45920" y="4754880"/>
            <a:ext cx="64008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377440" y="4754880"/>
            <a:ext cx="64008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840480" y="44348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840480" y="4754880"/>
            <a:ext cx="640080" cy="45720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4754880"/>
            <a:ext cx="64008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303520" y="4754880"/>
            <a:ext cx="64008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40480" y="530352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Changed!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5760720"/>
            <a:ext cx="7863840" cy="1005840"/>
          </a:xfrm>
          <a:prstGeom prst="rect">
            <a:avLst/>
          </a:prstGeom>
          <a:solidFill>
            <a:srgbClr val="FFF8DC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89788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Important Notes: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61722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Lists are mutable - they can be changed in place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This means once a list is created, we can modify 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Contrast with tuples and strings which are immutable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 Concatenation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join two lists together to create a new combined list. We use the + operator to concatenate (merge) lists.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+ Operator: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7863840" cy="45720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new_list = list1 + list2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Example: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list1 = [1, 2, 3]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611880"/>
            <a:ext cx="54864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72160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463040" y="3611880"/>
            <a:ext cx="54864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372160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03120" y="3611880"/>
            <a:ext cx="54864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372160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3703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566160" y="32918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list2 = [4, 5, 6]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66160" y="3611880"/>
            <a:ext cx="548640" cy="45720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372160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06240" y="3611880"/>
            <a:ext cx="548640" cy="45720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372160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3611880"/>
            <a:ext cx="548640" cy="45720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72160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60720" y="3703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22960" y="43891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list3 = [1, 2, 3, 4, 5, 6]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" y="4709160"/>
            <a:ext cx="54864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8188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463040" y="4709160"/>
            <a:ext cx="54864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63040" y="48188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103120" y="4709160"/>
            <a:ext cx="54864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03120" y="48188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743200" y="4709160"/>
            <a:ext cx="548640" cy="45720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0" y="48188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383280" y="4709160"/>
            <a:ext cx="548640" cy="45720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48188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023360" y="4709160"/>
            <a:ext cx="548640" cy="457200"/>
          </a:xfrm>
          <a:prstGeom prst="rect">
            <a:avLst/>
          </a:prstGeom>
          <a:solidFill>
            <a:srgbClr val="21295C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23360" y="48188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0080" y="5486400"/>
            <a:ext cx="7863840" cy="1188720"/>
          </a:xfrm>
          <a:prstGeom prst="rect">
            <a:avLst/>
          </a:prstGeom>
          <a:solidFill>
            <a:srgbClr val="F8F8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562356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Example: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22960" y="58978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list1 = [1, 2, 3]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list2 = [4, 5, 6]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list3 = list1 + list2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print(list3)              # [1, 2, 3, 4, 5, 6]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Merging Lists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create a new list by merging two lists. This is similar to concatenation and uses the + operator.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Merging Number Lists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7863840" cy="128016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8600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first_half = [1, 2, 3]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second_half = [4, 5, 6]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 = first_half + second_half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print(complete)          # [1, 2, 3, 4, 5, 6]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Merging String Lists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069080"/>
            <a:ext cx="7863840" cy="128016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0624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 = ['apple', 'banana']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vegetables = ['carrot', 'potato']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groceries = fruits + vegetables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print(groceries)         # ['apple', 'banana', 'carrot', 'potato']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5577840"/>
            <a:ext cx="7863840" cy="1097280"/>
          </a:xfrm>
          <a:prstGeom prst="rect">
            <a:avLst/>
          </a:prstGeom>
          <a:solidFill>
            <a:srgbClr val="FFF8DC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71500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Key Points: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98932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+ operator creates a NEW list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Original lists remain unchanged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 is preserved (first list items come first)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merge lists of any data type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Converting String to List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list() conversion function, we can convert a string into a list. Each character becomes a separate element in the list.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7863840" cy="45720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char_list = list(my_string)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Conversion: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77440" y="3291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3657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71600" y="39776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list() function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4206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4572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4892040"/>
            <a:ext cx="64008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00176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'h'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645920" y="4892040"/>
            <a:ext cx="64008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500176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'e'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77440" y="4892040"/>
            <a:ext cx="64008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500176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'l'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08960" y="4892040"/>
            <a:ext cx="64008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500176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'l'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40480" y="4892040"/>
            <a:ext cx="64008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0" y="500176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'o'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3200400"/>
            <a:ext cx="3931920" cy="237744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337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Example: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54880" y="365760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 "hello"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char_list = list(text)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print(char_list)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['h', 'e', 'l', 'l', 'o']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5669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Examples: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4400" y="60350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list("Python")  →  ['P', 'y', 't', 'h', 'o', 'n']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list("123")     →  ['1', '2', '3']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Converting Tuple to List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 are immutable, but we can convert them to lists (which are mutable) using the list() function.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7863840" cy="45720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new_list = list(tuple_name)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Conversion: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(immutable):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611880"/>
            <a:ext cx="640080" cy="457200"/>
          </a:xfrm>
          <a:prstGeom prst="rect">
            <a:avLst/>
          </a:prstGeom>
          <a:solidFill>
            <a:srgbClr val="FFA500"/>
          </a:solidFill>
          <a:ln w="25400">
            <a:solidFill>
              <a:srgbClr val="CC84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21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645920" y="3611880"/>
            <a:ext cx="640080" cy="457200"/>
          </a:xfrm>
          <a:prstGeom prst="rect">
            <a:avLst/>
          </a:prstGeom>
          <a:solidFill>
            <a:srgbClr val="FFA500"/>
          </a:solidFill>
          <a:ln w="25400">
            <a:solidFill>
              <a:srgbClr val="CC8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3721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377440" y="3611880"/>
            <a:ext cx="640080" cy="457200"/>
          </a:xfrm>
          <a:prstGeom prst="rect">
            <a:avLst/>
          </a:prstGeom>
          <a:solidFill>
            <a:srgbClr val="FFA500"/>
          </a:solidFill>
          <a:ln w="25400">
            <a:solidFill>
              <a:srgbClr val="CC84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3721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2062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(1, 2, 3)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3703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926080" y="41148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0" y="32918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(mutable):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0" y="3611880"/>
            <a:ext cx="64008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3721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3611880"/>
            <a:ext cx="64008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721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577840" y="3611880"/>
            <a:ext cx="640080" cy="457200"/>
          </a:xfrm>
          <a:prstGeom prst="rect">
            <a:avLst/>
          </a:prstGeom>
          <a:solidFill>
            <a:srgbClr val="1C7293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3721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0" y="42062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2, 3]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754880"/>
            <a:ext cx="7863840" cy="1737360"/>
          </a:xfrm>
          <a:prstGeom prst="rect">
            <a:avLst/>
          </a:prstGeom>
          <a:solidFill>
            <a:srgbClr val="F8F8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8920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Example: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" y="5212080"/>
            <a:ext cx="7498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coordinates = (1, 2, 3)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coord_list = list(coordinates)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print(coord_list)        # [1, 2, 3]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Now we can modify 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coord_list[0] = 10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print(coord_list)        # [10, 2, 3]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Converting Set &amp; Dictionary to List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Set to List: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786384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unique_ids = {1, 2, 3, 4}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id_list = list(unique_ids)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print(id_list)           # [1, 2, 3, 4]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Note: Order may vary as sets are unordered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Dictionary to List: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dictionary keys only: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840480"/>
            <a:ext cx="7863840" cy="118872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97764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= {'name': 'Alice', 'age': 20}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key_list = list(student)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print(key_list)          # ['name', 'age']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5257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Summary: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5669280"/>
            <a:ext cx="786384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715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5715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characters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0640" y="57150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list('hi') → ['h', 'i']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5989320"/>
            <a:ext cx="78638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60350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51760" y="6035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elements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6035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list((1,2)) → [1, 2]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6309360"/>
            <a:ext cx="786384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63550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51760" y="6355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elements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0" y="6355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list({1,2}) → [1, 2]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6629400"/>
            <a:ext cx="78638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66751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51760" y="6675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keys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20640" y="66751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list({'a':1}) → ['a']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Converting Range to List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range() function generates a sequence of numbers. We can convert it to a list using list() function.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7863840" cy="457200"/>
          </a:xfrm>
          <a:prstGeom prst="rect">
            <a:avLst/>
          </a:prstGeom>
          <a:solidFill>
            <a:srgbClr val="F0F8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number_list = list(range(n))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range(5)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7863840" cy="91440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8328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 = range(5)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num_list = list(numbers)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print(num_list)          # [0, 1, 2, 3, 4]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389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More range() uses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800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list(range(3))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49040" y="48006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0" y="4800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 1, 2]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 numbers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51663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list(range(1, 6))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49040" y="51663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5166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2, 3, 4, 5]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51663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 to 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55321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list(range(0, 10, 2))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49040" y="55321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0" y="5532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 2, 4, 6, 8]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5532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numbers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6035040"/>
            <a:ext cx="7863840" cy="640080"/>
          </a:xfrm>
          <a:prstGeom prst="rect">
            <a:avLst/>
          </a:prstGeom>
          <a:solidFill>
            <a:srgbClr val="FFF8D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617220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Range Parameters: range(start, stop, step)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640080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starting number (default 0)  |  stop: ending number (exclusive)  |  step: increment (default 1)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2026-02-11T08:23:36Z</dcterms:created>
  <dcterms:modified xsi:type="dcterms:W3CDTF">2026-02-11T08:23:36Z</dcterms:modified>
</cp:coreProperties>
</file>