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Lists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Fundamentals &amp; Accessing Elements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Guide to List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Lists?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 container (entity) that can hold multiple data items of any data type. It is one of Python's four built-in container data types.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Ordered: Elements maintain their insertion order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Mutable: Lists can be modified after creation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Lists can grow or shrink during program execution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Heterogeneous: Can store different data types together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Representation: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5486400"/>
            <a:ext cx="109728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5623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68880" y="5486400"/>
            <a:ext cx="109728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5623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66160" y="5486400"/>
            <a:ext cx="109728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5623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5486400"/>
            <a:ext cx="109728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5623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6217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'hello', 3.14, True]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Python's 4 Container Data Types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Allows duplicates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['apple', 'banana', 'apple']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1148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5544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606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Allows duplicates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 = (10, 20, 30)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1148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148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Unordered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166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440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duplicates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852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unique_ids = {101, 102, 103}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931920"/>
            <a:ext cx="41148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41148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937760" y="4526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{key:value}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4892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Ordered*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5166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Mutable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5440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duplicate keys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5852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{'name': 'Alice', 'age': 20}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*Dictionaries maintain insertion order from Python 3.7+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Lists as Dynamic Arrays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in Python are implemented as dynamic arrays that can grow or shrink during program execution. This is why they are called 'dynamic arrays.'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Example: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Initial 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6400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0" y="2926080"/>
            <a:ext cx="6400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926080"/>
            <a:ext cx="6400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[5, 10, 15]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H="1">
            <a:off x="3474720" y="3063240"/>
            <a:ext cx="365760" cy="365760"/>
          </a:xfrm>
          <a:prstGeom prst="rtTriangl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After data.append(20)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2926080"/>
            <a:ext cx="6400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6400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2926080"/>
            <a:ext cx="6400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2926080"/>
            <a:ext cx="64008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35204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grew dynamically!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7863840" cy="1828800"/>
          </a:xfrm>
          <a:prstGeom prst="rect">
            <a:avLst/>
          </a:prstGeom>
          <a:solidFill>
            <a:srgbClr val="F8F8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434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[85, 90, 78]          # Initial list with 3 elements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50566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                  # [85, 90, 78]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531266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55686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scores.append(92)              # List grows to 4 elements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8247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                  # [85, 90, 78, 92]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Variable-Length Data Handling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commonly used to handle variable-length data because they can accommodate any number of elements without predefined size constraints.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7863840" cy="13258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Collection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varying numbers of user responses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5292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 = input('Enter response: 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ans == 'done': 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responses.append(ans)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7863840" cy="13258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74904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Processing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08736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 with unknown number of lines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36168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file_lines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open('data.txt')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file_lines.append(line.strip())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120640"/>
            <a:ext cx="7863840" cy="13258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2578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Results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559612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search or filter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87044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database: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item.matches_criteria():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results.append(item)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Lists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Brackets and Elements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created using square brackets [ ] with elements separated by commas. You can create a list by writing comma-separated elements within square brackets.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4231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list_name = [element1, element2, element3, ...]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72491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30, 40, 50]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Homogeneous list (same type)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37490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[19.99, 29.99, 39.99, 49.99]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Heterogeneous list (mixed types)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41605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['Alice', 20, 3.8, True]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with duplicates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457200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 = [85, 90, 85, 78, 90]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Nested list (list within list)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498348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[[1, 2], [3, 4], [5, 6]]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Empty list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539496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empty_data = []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2880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603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92608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'green'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4048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0624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6720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bracket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6720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separated by commas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6720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bracket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Properties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Lists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the same data 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 = [25, 30, 35, 40]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integers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['Alice', 'Bob', 'Carol']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strings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3258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Lists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different data types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 = ['John', 28, 5.9, True]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String, int, float, boolean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[100, 'text', [1,2], None]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Mixed types including list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4023360" cy="24688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8862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Allowed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can contain duplicate elements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 = ['yes', 'no', 'yes', 'yes', 'no']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print(votes)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['yes', 'no', 'yes', 'yes', 'no']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2, 3, 3,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Duplicates preserved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749040"/>
            <a:ext cx="4023360" cy="24688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8862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 Types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any Python data type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617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Strings, integers, floats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data1 = ['hello', 42, 3.14]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Booleans, None, complex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data2 = [True, None, 2+3j]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structures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data3 = [[1,2], {'a':1}]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List Elements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access individual elements of a list using indexing. Lists use zero-based indexing, meaning the first element is at index 0.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list_name[index]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List: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118872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3200400"/>
            <a:ext cx="118872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880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3200400"/>
            <a:ext cx="118872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880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3200400"/>
            <a:ext cx="118872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880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3200400"/>
            <a:ext cx="118872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880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9319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 = ['Delhi', 'Mumbai', 'Chennai', 'Kolkata', 'Bangalore']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Elements: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print(cities[0])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4754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Delhi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074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print(cities[1])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5074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Mumbai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394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print(cities[2])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0" y="5394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Chennai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5715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print(cities[3])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5715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Kolkata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6035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print(cities[4])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0" y="6035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Bangalore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6126480"/>
            <a:ext cx="7863840" cy="731520"/>
          </a:xfrm>
          <a:prstGeom prst="rect">
            <a:avLst/>
          </a:prstGeom>
          <a:solidFill>
            <a:srgbClr val="FFF8D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62636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Note: Using the list name directly prints the entire list: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65379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print(cities)  →  ['Delhi', 'Mumbai', 'Chennai', 'Kolkata', 'Bangalore']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Types of Indexing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5303520"/>
          </a:xfrm>
          <a:prstGeom prst="rect">
            <a:avLst/>
          </a:prstGeom>
          <a:solidFill>
            <a:srgbClr val="F5F5F5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 Indexing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beginning (0)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25603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25603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25603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25603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154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 30, 40, 50]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3931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data[0]  →  10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297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data[1]  →  20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663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data[2]  →  30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029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data[3]  →  40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394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data[4]  →  50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6035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Index starts at 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188720"/>
            <a:ext cx="4023360" cy="5303520"/>
          </a:xfrm>
          <a:prstGeom prst="rect">
            <a:avLst/>
          </a:prstGeom>
          <a:solidFill>
            <a:srgbClr val="F5F5F5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132588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Indexing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end (-1)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2560320"/>
            <a:ext cx="64008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0" y="2560320"/>
            <a:ext cx="64008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0" y="2560320"/>
            <a:ext cx="64008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3232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32320" y="2560320"/>
            <a:ext cx="64008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863840" y="2286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863840" y="2560320"/>
            <a:ext cx="64008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937760" y="3154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 30, 40, 50]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029200" y="3931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data[-1]  →  50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29200" y="4297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data[-2]  →  40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29200" y="4663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data[-3]  →  30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029200" y="5029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data[-4]  →  20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029200" y="5394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data[-5]  →  10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029200" y="6035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Index starts at -1 (last item)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 Indexing in Detail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indexing starts from the beginning of the list at index 0. Each subsequent element has an index that is 1 greater than the previous element.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Index Mapping: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91640" y="2880360"/>
            <a:ext cx="0" cy="2743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200400"/>
            <a:ext cx="118872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63240" y="2880360"/>
            <a:ext cx="0" cy="2743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00400"/>
            <a:ext cx="118872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34840" y="2880360"/>
            <a:ext cx="0" cy="2743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3200400"/>
            <a:ext cx="118872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06440" y="2880360"/>
            <a:ext cx="0" cy="2743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3200400"/>
            <a:ext cx="118872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78040" y="2880360"/>
            <a:ext cx="0" cy="2743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200400"/>
            <a:ext cx="118872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97280" y="4114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40, 50]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663440"/>
            <a:ext cx="7863840" cy="210312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800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4400" y="5166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40, 50]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3949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56235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print(values[0])    # First element → 10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58521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print(values[2])    # Third element → 30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60807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print(values[4])    # Fifth (last) element → 50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6309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65379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= values[0]   # Store in variable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" y="67665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 = values[2]  # Access any position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Indexing in Detail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indexing starts from the end of the list at index -1 (the last element). Each previous element has an index that decreases by 1.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Negative Index Mapping: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-5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17320" y="23774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91640" y="2880360"/>
            <a:ext cx="0" cy="27432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200400"/>
            <a:ext cx="1188720" cy="64008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-4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23774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63240" y="2880360"/>
            <a:ext cx="0" cy="27432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00400"/>
            <a:ext cx="1188720" cy="64008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-3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23774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34840" y="2880360"/>
            <a:ext cx="0" cy="27432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3200400"/>
            <a:ext cx="1188720" cy="64008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-2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0" y="23774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06440" y="2880360"/>
            <a:ext cx="0" cy="27432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3200400"/>
            <a:ext cx="1188720" cy="64008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-1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23774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178040" y="2880360"/>
            <a:ext cx="0" cy="27432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200400"/>
            <a:ext cx="1188720" cy="64008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97280" y="4114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40, 50]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663440"/>
            <a:ext cx="7863840" cy="2103120"/>
          </a:xfrm>
          <a:prstGeom prst="rect">
            <a:avLst/>
          </a:prstGeom>
          <a:solidFill>
            <a:srgbClr val="F8F8F8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800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4400" y="5166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40, 50]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3949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56235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print(values[-1])   # Last element → 50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58521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print(values[-3])   # Third from end → 30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60807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print(values[-5])   # Fifth from end (first) → 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6309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65379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= values[-1]   # Store last element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" y="67665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second_last = values[-2]  # Second from end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 vs Negative Indexing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indexing methods access the same elements from different directions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91440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26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2103120"/>
            <a:ext cx="91440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240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8880" y="28346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926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862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2103120"/>
            <a:ext cx="91440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240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0480" y="28346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926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578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2103120"/>
            <a:ext cx="91440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240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12080" y="28346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926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2103120"/>
            <a:ext cx="91440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240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83680" y="2834640"/>
            <a:ext cx="54864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2926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4320" y="1828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3200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Negative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Access Examples: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480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834640" y="4480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44805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126480" y="44805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" y="4846320"/>
            <a:ext cx="78638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892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data[0]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834640" y="4892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data[-5]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4632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26480" y="4892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element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5166360"/>
            <a:ext cx="7863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5212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data[1]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834640" y="5212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data[-4]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46320" y="5212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5212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element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" y="5486400"/>
            <a:ext cx="78638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532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data[2]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834640" y="5532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data[-3]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846320" y="5532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26480" y="5532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element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0080" y="5806440"/>
            <a:ext cx="7863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" y="5852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data[3]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834640" y="5852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data[-2]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846320" y="5852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126480" y="5852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element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" y="6126480"/>
            <a:ext cx="78638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" y="6172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data[4]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834640" y="6172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data[-1]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846320" y="6172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126480" y="6172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element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2026-02-11T08:20:27Z</dcterms:created>
  <dcterms:modified xsi:type="dcterms:W3CDTF">2026-02-11T08:20:27Z</dcterms:modified>
</cp:coreProperties>
</file>